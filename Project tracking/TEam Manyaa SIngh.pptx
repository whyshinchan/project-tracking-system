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Patrick Hand" panose="00000500000000000000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ik Shah" userId="0359787903f21b35" providerId="LiveId" clId="{AF507BE2-15D8-41F9-AD27-100D4561B339}"/>
    <pc:docChg chg="custSel modSld">
      <pc:chgData name="Hitik Shah" userId="0359787903f21b35" providerId="LiveId" clId="{AF507BE2-15D8-41F9-AD27-100D4561B339}" dt="2025-04-11T09:14:09.058" v="129" actId="20577"/>
      <pc:docMkLst>
        <pc:docMk/>
      </pc:docMkLst>
      <pc:sldChg chg="delSp modSp mod">
        <pc:chgData name="Hitik Shah" userId="0359787903f21b35" providerId="LiveId" clId="{AF507BE2-15D8-41F9-AD27-100D4561B339}" dt="2025-04-11T09:14:09.058" v="129" actId="20577"/>
        <pc:sldMkLst>
          <pc:docMk/>
          <pc:sldMk cId="0" sldId="258"/>
        </pc:sldMkLst>
        <pc:spChg chg="mod">
          <ac:chgData name="Hitik Shah" userId="0359787903f21b35" providerId="LiveId" clId="{AF507BE2-15D8-41F9-AD27-100D4561B339}" dt="2025-04-11T09:12:15.001" v="8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Hitik Shah" userId="0359787903f21b35" providerId="LiveId" clId="{AF507BE2-15D8-41F9-AD27-100D4561B339}" dt="2025-04-11T09:14:09.058" v="129" actId="20577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Hitik Shah" userId="0359787903f21b35" providerId="LiveId" clId="{AF507BE2-15D8-41F9-AD27-100D4561B339}" dt="2025-04-11T09:11:40.115" v="2" actId="478"/>
          <ac:spMkLst>
            <pc:docMk/>
            <pc:sldMk cId="0" sldId="258"/>
            <ac:spMk id="24" creationId="{6F322DA1-93C7-2915-9F86-2D859F3588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3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64036" y="1752600"/>
            <a:ext cx="12432864" cy="69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Study Flow: A Web-based Project Tracking System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4037" y="3858578"/>
            <a:ext cx="996906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StudyFlow is a web-based project tracking system designed to help teams and individuals efficiently manage their work and stay on top of their projects.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 flipH="1">
            <a:off x="864037" y="7550070"/>
            <a:ext cx="3588424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383838"/>
                </a:solidFill>
                <a:latin typeface="Patrick Hand Bold" pitchFamily="34" charset="0"/>
                <a:ea typeface="Patrick Hand Bold" pitchFamily="34" charset="-122"/>
                <a:cs typeface="Patrick Hand Bold" pitchFamily="34" charset="-120"/>
              </a:rPr>
              <a:t>by Manya Singh 202307020133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275BC5-468C-16E6-B144-C8B6BEA95A2E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06433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Challenges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64037" y="239629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Difficulty in keeping track of multiple tasks and deadlines.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64037" y="3112294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Lack of real-time collaboration tools for students.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4037" y="382992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Missed submissions and poor time management.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4037" y="454794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integration between timetable and task planning.</a:t>
            </a:r>
            <a:endParaRPr lang="en-US" sz="23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3A332B-8E43-67F6-B1C7-AF614917AB02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914" y="848201"/>
            <a:ext cx="4765596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Features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833914" y="2188369"/>
            <a:ext cx="536019" cy="536019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958989" y="2277725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08177" y="2188369"/>
            <a:ext cx="238279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Task Management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608177" y="2629019"/>
            <a:ext cx="558796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Create, assign, and track tasks with due dates, priority levels, and status updates.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382" y="2188369"/>
            <a:ext cx="536019" cy="536019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559457" y="2277725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208645" y="2188369"/>
            <a:ext cx="238279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Team Management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08645" y="2629019"/>
            <a:ext cx="558796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/>
              <a:t>Manage your team and there progress</a:t>
            </a:r>
          </a:p>
        </p:txBody>
      </p:sp>
      <p:sp>
        <p:nvSpPr>
          <p:cNvPr id="11" name="Shape 9"/>
          <p:cNvSpPr/>
          <p:nvPr/>
        </p:nvSpPr>
        <p:spPr>
          <a:xfrm>
            <a:off x="833914" y="3897511"/>
            <a:ext cx="536019" cy="536019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958989" y="3986867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08177" y="3897511"/>
            <a:ext cx="238279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Kanban Board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608177" y="4338161"/>
            <a:ext cx="558796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Visualize your project workflow with a customizable Kanban board, allowing teams to see the status of each task at a glance.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382" y="3897511"/>
            <a:ext cx="536019" cy="536019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559457" y="3986867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208645" y="3897511"/>
            <a:ext cx="238279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Collaboration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208645" y="4338161"/>
            <a:ext cx="5587960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Share files, comment on tasks, and communicate with team members to stay aligned on project progress.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833914" y="5606653"/>
            <a:ext cx="536019" cy="536019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958989" y="5696010"/>
            <a:ext cx="285869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608177" y="5606653"/>
            <a:ext cx="2382798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Reporting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08177" y="6047303"/>
            <a:ext cx="1218830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Generate comprehensive reports to track project metrics, identify bottlenecks, and make informed decisions.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33914" y="6785729"/>
            <a:ext cx="4765596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211682-9909-1BD9-7D5F-D1EC6CA80E14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01854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Unique Selling Point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612708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Team Collaboration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
Allows multiple users (like group project members) to collaborate, assign tasks, and track updates in real time—perfect for student teams.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489127"/>
            <a:ext cx="12902327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🎓</a:t>
            </a: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Student-Centric Design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
Built specifically with students in mind—simplified, clean interface focused on academic task tracking and class schedule integration.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373166"/>
            <a:ext cx="12902327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⏰</a:t>
            </a: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Smart Deadline Reminders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
Automated reminders and alerts to keep you on top of assignments, project submissions, and milestones—never miss a due date!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257205"/>
            <a:ext cx="12902327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📊</a:t>
            </a: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Progress Dashboard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
Visual representation of your progress with charts and completion percentages for a quick overview of what’s done and what’s left.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633257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2A3C2-4A7E-1D89-332B-57972852A455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97931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 Stack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4037" y="373213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Frontend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4037" y="4287560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HTML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4037" y="4768929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CSS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4037" y="5250299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JavaScript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372695" y="373213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372695" y="4287560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Django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881354" y="373213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Database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881354" y="4287560"/>
            <a:ext cx="390013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4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MySQL</a:t>
            </a:r>
            <a:endParaRPr lang="en-US" sz="4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A3BB98-1A24-4B84-4308-7DF571E2E0A0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>
              <a:alpha val="8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864037" y="1435260"/>
            <a:ext cx="6814066" cy="851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Benefits</a:t>
            </a:r>
            <a:endParaRPr lang="en-US" sz="5350" dirty="0"/>
          </a:p>
        </p:txBody>
      </p:sp>
      <p:sp>
        <p:nvSpPr>
          <p:cNvPr id="5" name="Shape 2"/>
          <p:cNvSpPr/>
          <p:nvPr/>
        </p:nvSpPr>
        <p:spPr>
          <a:xfrm>
            <a:off x="864037" y="2755901"/>
            <a:ext cx="12902327" cy="3392130"/>
          </a:xfrm>
          <a:prstGeom prst="roundRect">
            <a:avLst>
              <a:gd name="adj" fmla="val 364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1291193" y="3298371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Helps in time management and reduces stress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291193" y="3779740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Centralized task management for easy access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291193" y="4261110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Keeps users informed with real-time updates and reminders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291193" y="4742480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Encourages collaboration and accountability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291193" y="5223849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Boosts overall academic/project performance</a:t>
            </a:r>
            <a:endParaRPr lang="en-US" sz="3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3F6923-DAA5-11B5-8E8B-3BBA8B7FBD89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0242"/>
            <a:ext cx="14630400" cy="8229600"/>
          </a:xfrm>
          <a:prstGeom prst="rect">
            <a:avLst/>
          </a:prstGeom>
          <a:solidFill>
            <a:srgbClr val="F7F7F7">
              <a:alpha val="8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844510" y="664250"/>
            <a:ext cx="4875848" cy="60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 and User Walkthrough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44510" y="3813096"/>
            <a:ext cx="12941379" cy="30480"/>
          </a:xfrm>
          <a:prstGeom prst="roundRect">
            <a:avLst>
              <a:gd name="adj" fmla="val 33250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3"/>
          <p:cNvSpPr/>
          <p:nvPr/>
        </p:nvSpPr>
        <p:spPr>
          <a:xfrm>
            <a:off x="3345180" y="3089196"/>
            <a:ext cx="30480" cy="723900"/>
          </a:xfrm>
          <a:prstGeom prst="roundRect">
            <a:avLst>
              <a:gd name="adj" fmla="val 33250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4"/>
          <p:cNvSpPr/>
          <p:nvPr/>
        </p:nvSpPr>
        <p:spPr>
          <a:xfrm>
            <a:off x="3088958" y="3541633"/>
            <a:ext cx="542925" cy="542925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3215640" y="3632121"/>
            <a:ext cx="28956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153960" y="1629370"/>
            <a:ext cx="24129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Sign Up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85731" y="2075736"/>
            <a:ext cx="4549378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Create a StudyFlow account and set up your team and project details.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981700" y="3813096"/>
            <a:ext cx="30480" cy="723900"/>
          </a:xfrm>
          <a:prstGeom prst="roundRect">
            <a:avLst>
              <a:gd name="adj" fmla="val 33250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5725478" y="3541633"/>
            <a:ext cx="542925" cy="542925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852160" y="3632121"/>
            <a:ext cx="28956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790480" y="4778216"/>
            <a:ext cx="24129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Task Management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722251" y="5224582"/>
            <a:ext cx="4549378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Add tasks, assign responsibilities, and track progress on the Kanban board.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8618220" y="3089196"/>
            <a:ext cx="30480" cy="723900"/>
          </a:xfrm>
          <a:prstGeom prst="roundRect">
            <a:avLst>
              <a:gd name="adj" fmla="val 33250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Shape 14"/>
          <p:cNvSpPr/>
          <p:nvPr/>
        </p:nvSpPr>
        <p:spPr>
          <a:xfrm>
            <a:off x="8361998" y="3541633"/>
            <a:ext cx="542925" cy="542925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8488680" y="3632121"/>
            <a:ext cx="28956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427000" y="1629370"/>
            <a:ext cx="24129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Collaboration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6358771" y="2075736"/>
            <a:ext cx="4549378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Share files, comment on tasks, and communicate with team members.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11254740" y="3813096"/>
            <a:ext cx="30480" cy="723900"/>
          </a:xfrm>
          <a:prstGeom prst="roundRect">
            <a:avLst>
              <a:gd name="adj" fmla="val 33250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10998518" y="3541633"/>
            <a:ext cx="542925" cy="542925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11125200" y="3632121"/>
            <a:ext cx="28956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10063520" y="4778216"/>
            <a:ext cx="24129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Reporting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8995291" y="5224582"/>
            <a:ext cx="4549378" cy="77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Generate reports to monitor project metrics and identify areas for improvement.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44510" y="6358771"/>
            <a:ext cx="9652040" cy="1206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</a:t>
            </a:r>
            <a:endParaRPr lang="en-US" sz="7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EC308E-9306-F531-DEE1-590646F3DFBA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836" y="0"/>
            <a:ext cx="14630400" cy="8229600"/>
          </a:xfrm>
          <a:prstGeom prst="rect">
            <a:avLst/>
          </a:prstGeom>
          <a:solidFill>
            <a:srgbClr val="F7F7F7">
              <a:alpha val="8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864037" y="3497580"/>
            <a:ext cx="9875520" cy="123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00"/>
              </a:lnSpc>
              <a:buNone/>
            </a:pPr>
            <a:r>
              <a:rPr lang="en-US" sz="7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  Thank You!!</a:t>
            </a:r>
            <a:endParaRPr lang="en-US" sz="7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E0755-A86E-B261-9DF5-CCEA63A1E9D9}"/>
              </a:ext>
            </a:extLst>
          </p:cNvPr>
          <p:cNvSpPr/>
          <p:nvPr/>
        </p:nvSpPr>
        <p:spPr>
          <a:xfrm>
            <a:off x="12445564" y="7416800"/>
            <a:ext cx="2159000" cy="698500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402</Words>
  <Application>Microsoft Office PowerPoint</Application>
  <PresentationFormat>Custom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Patrick Hand Bold</vt:lpstr>
      <vt:lpstr>Arial</vt:lpstr>
      <vt:lpstr>Patrick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Hitik Shah</cp:lastModifiedBy>
  <cp:revision>3</cp:revision>
  <dcterms:created xsi:type="dcterms:W3CDTF">2025-04-11T07:06:07Z</dcterms:created>
  <dcterms:modified xsi:type="dcterms:W3CDTF">2025-04-11T09:14:17Z</dcterms:modified>
</cp:coreProperties>
</file>